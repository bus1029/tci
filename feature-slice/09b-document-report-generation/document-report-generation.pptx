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313" r:id="rId2"/>
    <p:sldId id="31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BBF0"/>
    <a:srgbClr val="0F439C"/>
    <a:srgbClr val="899197"/>
    <a:srgbClr val="BBDEF8"/>
    <a:srgbClr val="5CB5FE"/>
    <a:srgbClr val="6D757E"/>
    <a:srgbClr val="1A75D2"/>
    <a:srgbClr val="415B88"/>
    <a:srgbClr val="F8F9FA"/>
    <a:srgbClr val="5157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 autoAdjust="0"/>
    <p:restoredTop sz="94346"/>
  </p:normalViewPr>
  <p:slideViewPr>
    <p:cSldViewPr snapToGrid="0">
      <p:cViewPr>
        <p:scale>
          <a:sx n="167" d="100"/>
          <a:sy n="167" d="100"/>
        </p:scale>
        <p:origin x="144" y="-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37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E36D4-B224-4D49-A73E-0BF1A210728E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A661C5-6DF4-4E77-80CD-DCF64012DB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04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7304B-F283-4E41-A8FA-EB923FFBA2A0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92502-E94D-4E8D-8986-81BE15697A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331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/>
          <p:cNvSpPr txBox="1">
            <a:spLocks/>
          </p:cNvSpPr>
          <p:nvPr userDrawn="1"/>
        </p:nvSpPr>
        <p:spPr>
          <a:xfrm>
            <a:off x="11560552" y="6504396"/>
            <a:ext cx="490526" cy="233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841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218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932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10775568" y="6262414"/>
            <a:ext cx="959232" cy="595586"/>
          </a:xfrm>
          <a:prstGeom prst="rect">
            <a:avLst/>
          </a:prstGeom>
        </p:spPr>
        <p:txBody>
          <a:bodyPr vert="horz" lIns="91447" tIns="45725" rIns="91447" bIns="45725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50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anose="02000703000000020004" pitchFamily="50" charset="-127"/>
              </a:rPr>
              <a:pPr marL="0" marR="0" lvl="0" indent="0" algn="r" defTabSz="91450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5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object 8"/>
          <p:cNvSpPr/>
          <p:nvPr userDrawn="1"/>
        </p:nvSpPr>
        <p:spPr>
          <a:xfrm>
            <a:off x="580644" y="6318503"/>
            <a:ext cx="11057890" cy="0"/>
          </a:xfrm>
          <a:custGeom>
            <a:avLst/>
            <a:gdLst/>
            <a:ahLst/>
            <a:cxnLst/>
            <a:rect l="l" t="t" r="r" b="b"/>
            <a:pathLst>
              <a:path w="11057890">
                <a:moveTo>
                  <a:pt x="0" y="0"/>
                </a:moveTo>
                <a:lnTo>
                  <a:pt x="11057509" y="0"/>
                </a:lnTo>
              </a:path>
            </a:pathLst>
          </a:custGeom>
          <a:ln w="6350">
            <a:solidFill>
              <a:srgbClr val="DBDBD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직사각형 12"/>
          <p:cNvSpPr/>
          <p:nvPr userDrawn="1"/>
        </p:nvSpPr>
        <p:spPr>
          <a:xfrm>
            <a:off x="491124" y="6428173"/>
            <a:ext cx="24721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Copyrightⓒ 2025 </a:t>
            </a:r>
            <a:r>
              <a:rPr lang="en-US" altLang="ko-KR" sz="800" dirty="0" err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TmaxSoft</a:t>
            </a:r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  All Rights Reserved.</a:t>
            </a:r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1317" y="338424"/>
            <a:ext cx="1157417" cy="1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68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393CA-1A98-4091-B4F8-8CF82E62BE0C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F8EB2-BEDB-4375-BAD0-E61FA200F7A6}" type="datetimeFigureOut">
              <a:rPr lang="ko-KR" altLang="en-US" smtClean="0"/>
              <a:pPr/>
              <a:t>2026. 4. 13.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64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ICD"/>
          <p:cNvSpPr/>
          <p:nvPr/>
        </p:nvSpPr>
        <p:spPr>
          <a:xfrm>
            <a:off x="2406650" y="5462356"/>
            <a:ext cx="73787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33333"/>
              </a:lnSpc>
            </a:pP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" name="CICD"/>
          <p:cNvSpPr/>
          <p:nvPr/>
        </p:nvSpPr>
        <p:spPr>
          <a:xfrm>
            <a:off x="2406650" y="5427865"/>
            <a:ext cx="7378700" cy="885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73C09A-468D-E7AE-9696-83405B30E197}"/>
              </a:ext>
            </a:extLst>
          </p:cNvPr>
          <p:cNvGrpSpPr/>
          <p:nvPr/>
        </p:nvGrpSpPr>
        <p:grpSpPr>
          <a:xfrm>
            <a:off x="2680643" y="913922"/>
            <a:ext cx="6830715" cy="4230599"/>
            <a:chOff x="2686508" y="976066"/>
            <a:chExt cx="6830715" cy="4230599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D99BA65-5DAF-7FC6-3F27-EB805F92AC1E}"/>
                </a:ext>
              </a:extLst>
            </p:cNvPr>
            <p:cNvSpPr/>
            <p:nvPr/>
          </p:nvSpPr>
          <p:spPr>
            <a:xfrm>
              <a:off x="2686508" y="976066"/>
              <a:ext cx="6830715" cy="4230599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35000"/>
              </a:schemeClr>
            </a:solidFill>
            <a:ln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CORE</a:t>
              </a:r>
              <a:endPara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5F07289-013A-FA33-EBF9-2BC0DFED4F65}"/>
                </a:ext>
              </a:extLst>
            </p:cNvPr>
            <p:cNvSpPr/>
            <p:nvPr/>
          </p:nvSpPr>
          <p:spPr>
            <a:xfrm>
              <a:off x="5308307" y="3587630"/>
              <a:ext cx="3139749" cy="1470580"/>
            </a:xfrm>
            <a:prstGeom prst="rect">
              <a:avLst/>
            </a:prstGeom>
            <a:solidFill>
              <a:schemeClr val="bg2">
                <a:lumMod val="90000"/>
                <a:alpha val="40000"/>
              </a:schemeClr>
            </a:solidFill>
            <a:ln w="12700"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System Meta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5F07289-013A-FA33-EBF9-2BC0DFED4F65}"/>
                </a:ext>
              </a:extLst>
            </p:cNvPr>
            <p:cNvSpPr/>
            <p:nvPr/>
          </p:nvSpPr>
          <p:spPr>
            <a:xfrm>
              <a:off x="5308307" y="1358914"/>
              <a:ext cx="3139749" cy="2086255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0000"/>
              </a:schemeClr>
            </a:solidFill>
            <a:ln w="12700"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Patch Manager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808C6C3-9339-FB27-D784-3BDF80F90D2D}"/>
                </a:ext>
              </a:extLst>
            </p:cNvPr>
            <p:cNvSpPr/>
            <p:nvPr/>
          </p:nvSpPr>
          <p:spPr>
            <a:xfrm>
              <a:off x="3427082" y="1379126"/>
              <a:ext cx="1331225" cy="2054908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5000"/>
              </a:schemeClr>
            </a:solidFill>
            <a:ln>
              <a:noFill/>
            </a:ln>
            <a:effectLst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Client</a:t>
              </a:r>
              <a:endParaRPr lang="ko-KR" altLang="en-US" sz="11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C8A7CCDD-3C0C-5A56-9F28-C6D98BE1145B}"/>
                </a:ext>
              </a:extLst>
            </p:cNvPr>
            <p:cNvSpPr/>
            <p:nvPr/>
          </p:nvSpPr>
          <p:spPr>
            <a:xfrm>
              <a:off x="3602246" y="2230488"/>
              <a:ext cx="992468" cy="47140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>
              <a:solidFill>
                <a:schemeClr val="tx1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Web Console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2" name="원통 11">
              <a:extLst>
                <a:ext uri="{FF2B5EF4-FFF2-40B4-BE49-F238E27FC236}">
                  <a16:creationId xmlns:a16="http://schemas.microsoft.com/office/drawing/2014/main" id="{F705EAAC-2F42-A97F-290D-E026A423D1FD}"/>
                </a:ext>
              </a:extLst>
            </p:cNvPr>
            <p:cNvSpPr/>
            <p:nvPr/>
          </p:nvSpPr>
          <p:spPr>
            <a:xfrm>
              <a:off x="6030713" y="4041269"/>
              <a:ext cx="709127" cy="670700"/>
            </a:xfrm>
            <a:prstGeom prst="can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Meta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5576670" y="2221643"/>
              <a:ext cx="2590027" cy="47140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Service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4" name="원통 13">
              <a:extLst>
                <a:ext uri="{FF2B5EF4-FFF2-40B4-BE49-F238E27FC236}">
                  <a16:creationId xmlns:a16="http://schemas.microsoft.com/office/drawing/2014/main" id="{F705EAAC-2F42-A97F-290D-E026A423D1FD}"/>
                </a:ext>
              </a:extLst>
            </p:cNvPr>
            <p:cNvSpPr/>
            <p:nvPr/>
          </p:nvSpPr>
          <p:spPr>
            <a:xfrm>
              <a:off x="6995224" y="4048769"/>
              <a:ext cx="709127" cy="674277"/>
            </a:xfrm>
            <a:prstGeom prst="can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Status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cxnSp>
          <p:nvCxnSpPr>
            <p:cNvPr id="15" name="직선 화살표 연결선 14"/>
            <p:cNvCxnSpPr/>
            <p:nvPr/>
          </p:nvCxnSpPr>
          <p:spPr>
            <a:xfrm>
              <a:off x="4594714" y="2415076"/>
              <a:ext cx="1008627" cy="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직선 화살표 연결선 15"/>
            <p:cNvCxnSpPr/>
            <p:nvPr/>
          </p:nvCxnSpPr>
          <p:spPr>
            <a:xfrm>
              <a:off x="4594714" y="2535404"/>
              <a:ext cx="1008627" cy="0"/>
            </a:xfrm>
            <a:prstGeom prst="straightConnector1">
              <a:avLst/>
            </a:prstGeom>
            <a:ln w="5080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 flipH="1">
              <a:off x="6331783" y="2688862"/>
              <a:ext cx="2" cy="1339372"/>
            </a:xfrm>
            <a:prstGeom prst="straightConnector1">
              <a:avLst/>
            </a:prstGeom>
            <a:ln w="50800">
              <a:headEnd type="triangle" w="med" len="sm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화살표 연결선 17"/>
            <p:cNvCxnSpPr/>
            <p:nvPr/>
          </p:nvCxnSpPr>
          <p:spPr>
            <a:xfrm flipH="1">
              <a:off x="7389919" y="2701897"/>
              <a:ext cx="36" cy="1346872"/>
            </a:xfrm>
            <a:prstGeom prst="straightConnector1">
              <a:avLst/>
            </a:prstGeom>
            <a:ln w="50800">
              <a:headEnd type="triangle" w="med" len="sm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4743713" y="2133033"/>
              <a:ext cx="1098356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05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조회 요청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06478" y="2963361"/>
              <a:ext cx="1098356" cy="4154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05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메타 정보와 상태 정보 조합</a:t>
              </a:r>
            </a:p>
          </p:txBody>
        </p:sp>
      </p:grpSp>
      <p:sp>
        <p:nvSpPr>
          <p:cNvPr id="21" name="CICD">
            <a:extLst>
              <a:ext uri="{FF2B5EF4-FFF2-40B4-BE49-F238E27FC236}">
                <a16:creationId xmlns:a16="http://schemas.microsoft.com/office/drawing/2014/main" id="{762B2A58-EB2E-992F-01DA-15C50B338CB6}"/>
              </a:ext>
            </a:extLst>
          </p:cNvPr>
          <p:cNvSpPr/>
          <p:nvPr/>
        </p:nvSpPr>
        <p:spPr>
          <a:xfrm>
            <a:off x="2406650" y="5476377"/>
            <a:ext cx="73787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패치 작업의 계획과 현재 패치 진행 상황을 별도의 대조 작업 없이 조회 가능</a:t>
            </a: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4" name="Key Feature">
            <a:extLst>
              <a:ext uri="{FF2B5EF4-FFF2-40B4-BE49-F238E27FC236}">
                <a16:creationId xmlns:a16="http://schemas.microsoft.com/office/drawing/2014/main" id="{047F6C8F-C776-7F0F-DAFE-29B85ACC1B0A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패치 작업 조회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9141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7E00-134E-787A-19B4-D2AD7C940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4">
            <a:extLst>
              <a:ext uri="{FF2B5EF4-FFF2-40B4-BE49-F238E27FC236}">
                <a16:creationId xmlns:a16="http://schemas.microsoft.com/office/drawing/2014/main" id="{421DF301-5322-6F11-20F4-3DCBCF891E6C}"/>
              </a:ext>
            </a:extLst>
          </p:cNvPr>
          <p:cNvSpPr/>
          <p:nvPr/>
        </p:nvSpPr>
        <p:spPr>
          <a:xfrm>
            <a:off x="3643480" y="872066"/>
            <a:ext cx="4365139" cy="5303405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Workflow &amp; Integration</a:t>
            </a:r>
            <a:endParaRPr dirty="0">
              <a:latin typeface="+mn-ea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DF13DA4-AB9B-B63E-2DD8-5BADA1F71A44}"/>
              </a:ext>
            </a:extLst>
          </p:cNvPr>
          <p:cNvSpPr/>
          <p:nvPr/>
        </p:nvSpPr>
        <p:spPr>
          <a:xfrm>
            <a:off x="1835496" y="2885088"/>
            <a:ext cx="1468580" cy="1146592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Web Application</a:t>
            </a:r>
            <a:endParaRPr dirty="0">
              <a:latin typeface="+mn-ea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9B2647CE-44FA-DE25-8F46-FA3D78533F66}"/>
              </a:ext>
            </a:extLst>
          </p:cNvPr>
          <p:cNvSpPr/>
          <p:nvPr/>
        </p:nvSpPr>
        <p:spPr>
          <a:xfrm>
            <a:off x="118309" y="3306119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PM / PO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문서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리포트 생성 요청</a:t>
            </a:r>
            <a:endParaRPr lang="en-US" altLang="ko-KR" dirty="0">
              <a:latin typeface="+mn-ea"/>
            </a:endParaRPr>
          </a:p>
        </p:txBody>
      </p:sp>
      <p:sp>
        <p:nvSpPr>
          <p:cNvPr id="3" name="Key Feature">
            <a:extLst>
              <a:ext uri="{FF2B5EF4-FFF2-40B4-BE49-F238E27FC236}">
                <a16:creationId xmlns:a16="http://schemas.microsoft.com/office/drawing/2014/main" id="{96D29B66-2507-2438-2A54-F61262BF23A2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문서</a:t>
            </a:r>
            <a:r>
              <a:rPr lang="en-US" altLang="ko-KR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-</a:t>
            </a: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코드 갭 분석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25411D9E-A8A0-0711-CE3E-2630A0D50C67}"/>
              </a:ext>
            </a:extLst>
          </p:cNvPr>
          <p:cNvSpPr/>
          <p:nvPr/>
        </p:nvSpPr>
        <p:spPr>
          <a:xfrm>
            <a:off x="2045456" y="3307666"/>
            <a:ext cx="108082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Web Console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사용자 요청 수신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전달</a:t>
            </a:r>
            <a:endParaRPr dirty="0">
              <a:latin typeface="+mn-ea"/>
            </a:endParaRPr>
          </a:p>
        </p:txBody>
      </p:sp>
      <p:cxnSp>
        <p:nvCxnSpPr>
          <p:cNvPr id="17" name="직선 화살표 연결선 8">
            <a:extLst>
              <a:ext uri="{FF2B5EF4-FFF2-40B4-BE49-F238E27FC236}">
                <a16:creationId xmlns:a16="http://schemas.microsoft.com/office/drawing/2014/main" id="{44FB9F17-A265-2C25-5390-BBA5357848F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1444189" y="3589583"/>
            <a:ext cx="601267" cy="1547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9836E4-5A34-C7DC-D2E6-3B793F1A0BF9}"/>
              </a:ext>
            </a:extLst>
          </p:cNvPr>
          <p:cNvSpPr txBox="1"/>
          <p:nvPr/>
        </p:nvSpPr>
        <p:spPr>
          <a:xfrm>
            <a:off x="1626113" y="2213929"/>
            <a:ext cx="8777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발행 완료 알림</a:t>
            </a:r>
          </a:p>
        </p:txBody>
      </p:sp>
      <p:sp>
        <p:nvSpPr>
          <p:cNvPr id="20" name="Rectangle 4">
            <a:extLst>
              <a:ext uri="{FF2B5EF4-FFF2-40B4-BE49-F238E27FC236}">
                <a16:creationId xmlns:a16="http://schemas.microsoft.com/office/drawing/2014/main" id="{7FCBE249-7ACE-D321-C5A6-5CAD6ACA5380}"/>
              </a:ext>
            </a:extLst>
          </p:cNvPr>
          <p:cNvSpPr/>
          <p:nvPr/>
        </p:nvSpPr>
        <p:spPr>
          <a:xfrm>
            <a:off x="8078526" y="2269067"/>
            <a:ext cx="3995165" cy="3906404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Knowledge Base</a:t>
            </a:r>
            <a:endParaRPr dirty="0">
              <a:latin typeface="+mn-ea"/>
            </a:endParaRPr>
          </a:p>
        </p:txBody>
      </p:sp>
      <p:sp>
        <p:nvSpPr>
          <p:cNvPr id="23" name="Rectangle 7">
            <a:extLst>
              <a:ext uri="{FF2B5EF4-FFF2-40B4-BE49-F238E27FC236}">
                <a16:creationId xmlns:a16="http://schemas.microsoft.com/office/drawing/2014/main" id="{D6207F3B-ED8E-F66C-6676-5AD6BEA95DEC}"/>
              </a:ext>
            </a:extLst>
          </p:cNvPr>
          <p:cNvSpPr/>
          <p:nvPr/>
        </p:nvSpPr>
        <p:spPr>
          <a:xfrm>
            <a:off x="9235806" y="877512"/>
            <a:ext cx="160045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4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External</a:t>
            </a:r>
          </a:p>
        </p:txBody>
      </p:sp>
      <p:sp>
        <p:nvSpPr>
          <p:cNvPr id="24" name="Rectangle 21">
            <a:extLst>
              <a:ext uri="{FF2B5EF4-FFF2-40B4-BE49-F238E27FC236}">
                <a16:creationId xmlns:a16="http://schemas.microsoft.com/office/drawing/2014/main" id="{78BD52C5-963E-194D-2F90-B5BDC615DA77}"/>
              </a:ext>
            </a:extLst>
          </p:cNvPr>
          <p:cNvSpPr/>
          <p:nvPr/>
        </p:nvSpPr>
        <p:spPr>
          <a:xfrm>
            <a:off x="9414405" y="1211071"/>
            <a:ext cx="1243251" cy="530352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1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Collaboration Tools</a:t>
            </a:r>
            <a:endParaRPr dirty="0">
              <a:latin typeface="+mn-ea"/>
            </a:endParaRPr>
          </a:p>
          <a:p>
            <a:pPr algn="ctr">
              <a:defRPr sz="71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Slack, Confluence, Email</a:t>
            </a:r>
            <a:endParaRPr dirty="0">
              <a:latin typeface="+mn-ea"/>
            </a:endParaRPr>
          </a:p>
        </p:txBody>
      </p:sp>
      <p:sp>
        <p:nvSpPr>
          <p:cNvPr id="28" name="Rectangle 9">
            <a:extLst>
              <a:ext uri="{FF2B5EF4-FFF2-40B4-BE49-F238E27FC236}">
                <a16:creationId xmlns:a16="http://schemas.microsoft.com/office/drawing/2014/main" id="{4A3ED087-F9A1-53ED-FB0E-3AD92B49FEE9}"/>
              </a:ext>
            </a:extLst>
          </p:cNvPr>
          <p:cNvSpPr/>
          <p:nvPr/>
        </p:nvSpPr>
        <p:spPr>
          <a:xfrm>
            <a:off x="3695383" y="3193599"/>
            <a:ext cx="1414168" cy="791967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Docs Studio Engine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AI </a:t>
            </a:r>
            <a:r>
              <a:rPr lang="ko-KR" altLang="en-US" dirty="0">
                <a:latin typeface="+mn-ea"/>
              </a:rPr>
              <a:t>문서 초안 생성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템플릿 적용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승인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버전 관리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발행 제어</a:t>
            </a:r>
            <a:endParaRPr dirty="0">
              <a:latin typeface="+mn-ea"/>
            </a:endParaRPr>
          </a:p>
        </p:txBody>
      </p:sp>
      <p:cxnSp>
        <p:nvCxnSpPr>
          <p:cNvPr id="31" name="직선 화살표 연결선 8">
            <a:extLst>
              <a:ext uri="{FF2B5EF4-FFF2-40B4-BE49-F238E27FC236}">
                <a16:creationId xmlns:a16="http://schemas.microsoft.com/office/drawing/2014/main" id="{B36AAE12-81B2-A92F-3D2F-A985A2524FD6}"/>
              </a:ext>
            </a:extLst>
          </p:cNvPr>
          <p:cNvCxnSpPr>
            <a:cxnSpLocks/>
            <a:stCxn id="5" idx="3"/>
            <a:endCxn id="28" idx="1"/>
          </p:cNvCxnSpPr>
          <p:nvPr/>
        </p:nvCxnSpPr>
        <p:spPr>
          <a:xfrm flipV="1">
            <a:off x="3126276" y="3589583"/>
            <a:ext cx="569107" cy="1547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6030CE3-8B29-AB65-4395-41AC713DC90A}"/>
              </a:ext>
            </a:extLst>
          </p:cNvPr>
          <p:cNvSpPr txBox="1"/>
          <p:nvPr/>
        </p:nvSpPr>
        <p:spPr>
          <a:xfrm>
            <a:off x="2992700" y="3259945"/>
            <a:ext cx="836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생성 요청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전달</a:t>
            </a:r>
          </a:p>
        </p:txBody>
      </p:sp>
      <p:sp>
        <p:nvSpPr>
          <p:cNvPr id="45" name="Rectangle 9">
            <a:extLst>
              <a:ext uri="{FF2B5EF4-FFF2-40B4-BE49-F238E27FC236}">
                <a16:creationId xmlns:a16="http://schemas.microsoft.com/office/drawing/2014/main" id="{8AF75072-B704-3A86-75B0-EDD983AFB8B2}"/>
              </a:ext>
            </a:extLst>
          </p:cNvPr>
          <p:cNvSpPr/>
          <p:nvPr/>
        </p:nvSpPr>
        <p:spPr>
          <a:xfrm>
            <a:off x="3695383" y="2185416"/>
            <a:ext cx="1414168" cy="491006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Notification Dispatcher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대상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채널 결정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알림 발송</a:t>
            </a:r>
          </a:p>
        </p:txBody>
      </p:sp>
      <p:cxnSp>
        <p:nvCxnSpPr>
          <p:cNvPr id="46" name="직선 화살표 연결선 8">
            <a:extLst>
              <a:ext uri="{FF2B5EF4-FFF2-40B4-BE49-F238E27FC236}">
                <a16:creationId xmlns:a16="http://schemas.microsoft.com/office/drawing/2014/main" id="{13880EDF-09D3-6938-DB82-586A12BA28F1}"/>
              </a:ext>
            </a:extLst>
          </p:cNvPr>
          <p:cNvCxnSpPr>
            <a:cxnSpLocks/>
            <a:stCxn id="28" idx="0"/>
            <a:endCxn id="45" idx="2"/>
          </p:cNvCxnSpPr>
          <p:nvPr/>
        </p:nvCxnSpPr>
        <p:spPr>
          <a:xfrm flipV="1">
            <a:off x="4402467" y="2676422"/>
            <a:ext cx="0" cy="517177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78B7AA4-363A-7E74-A4CE-2D9011C5991A}"/>
              </a:ext>
            </a:extLst>
          </p:cNvPr>
          <p:cNvSpPr txBox="1"/>
          <p:nvPr/>
        </p:nvSpPr>
        <p:spPr>
          <a:xfrm>
            <a:off x="4272533" y="2766726"/>
            <a:ext cx="836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알림 발송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요청 </a:t>
            </a:r>
          </a:p>
        </p:txBody>
      </p:sp>
      <p:cxnSp>
        <p:nvCxnSpPr>
          <p:cNvPr id="50" name="직선 화살표 연결선 8">
            <a:extLst>
              <a:ext uri="{FF2B5EF4-FFF2-40B4-BE49-F238E27FC236}">
                <a16:creationId xmlns:a16="http://schemas.microsoft.com/office/drawing/2014/main" id="{E4649E3F-3EE9-EF0B-27C0-423D9417DD23}"/>
              </a:ext>
            </a:extLst>
          </p:cNvPr>
          <p:cNvCxnSpPr>
            <a:cxnSpLocks/>
            <a:stCxn id="45" idx="1"/>
            <a:endCxn id="2" idx="0"/>
          </p:cNvCxnSpPr>
          <p:nvPr/>
        </p:nvCxnSpPr>
        <p:spPr>
          <a:xfrm rot="10800000" flipV="1">
            <a:off x="781249" y="2430919"/>
            <a:ext cx="2914134" cy="875200"/>
          </a:xfrm>
          <a:prstGeom prst="bentConnector2">
            <a:avLst/>
          </a:prstGeom>
          <a:ln w="3175">
            <a:solidFill>
              <a:schemeClr val="tx1"/>
            </a:solidFill>
            <a:prstDash val="dash"/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869119D3-05CE-9567-20F2-74679C1476FE}"/>
              </a:ext>
            </a:extLst>
          </p:cNvPr>
          <p:cNvSpPr txBox="1"/>
          <p:nvPr/>
        </p:nvSpPr>
        <p:spPr>
          <a:xfrm>
            <a:off x="1338372" y="3259945"/>
            <a:ext cx="836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문서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리포트 생성 요청</a:t>
            </a:r>
          </a:p>
        </p:txBody>
      </p:sp>
      <p:sp>
        <p:nvSpPr>
          <p:cNvPr id="58" name="Rectangle 9">
            <a:extLst>
              <a:ext uri="{FF2B5EF4-FFF2-40B4-BE49-F238E27FC236}">
                <a16:creationId xmlns:a16="http://schemas.microsoft.com/office/drawing/2014/main" id="{67F40AB0-8B30-2D46-7C64-795B2F9E51CC}"/>
              </a:ext>
            </a:extLst>
          </p:cNvPr>
          <p:cNvSpPr/>
          <p:nvPr/>
        </p:nvSpPr>
        <p:spPr>
          <a:xfrm>
            <a:off x="6536981" y="1241889"/>
            <a:ext cx="1414168" cy="491006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ChatOps Connector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채팅 채널 알림 발송</a:t>
            </a:r>
          </a:p>
        </p:txBody>
      </p:sp>
      <p:sp>
        <p:nvSpPr>
          <p:cNvPr id="59" name="Rectangle 9">
            <a:extLst>
              <a:ext uri="{FF2B5EF4-FFF2-40B4-BE49-F238E27FC236}">
                <a16:creationId xmlns:a16="http://schemas.microsoft.com/office/drawing/2014/main" id="{0F83C5FF-DA2A-4F7A-05D4-37CEFD61780C}"/>
              </a:ext>
            </a:extLst>
          </p:cNvPr>
          <p:cNvSpPr/>
          <p:nvPr/>
        </p:nvSpPr>
        <p:spPr>
          <a:xfrm>
            <a:off x="6536981" y="1800444"/>
            <a:ext cx="1414168" cy="491006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Collaboration Connector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외부 협업 도구 문서 발행</a:t>
            </a:r>
          </a:p>
        </p:txBody>
      </p:sp>
      <p:cxnSp>
        <p:nvCxnSpPr>
          <p:cNvPr id="60" name="직선 화살표 연결선 8">
            <a:extLst>
              <a:ext uri="{FF2B5EF4-FFF2-40B4-BE49-F238E27FC236}">
                <a16:creationId xmlns:a16="http://schemas.microsoft.com/office/drawing/2014/main" id="{E1AACF4B-D051-BE7B-14D9-10E3D64524AB}"/>
              </a:ext>
            </a:extLst>
          </p:cNvPr>
          <p:cNvCxnSpPr>
            <a:cxnSpLocks/>
            <a:stCxn id="58" idx="3"/>
            <a:endCxn id="24" idx="1"/>
          </p:cNvCxnSpPr>
          <p:nvPr/>
        </p:nvCxnSpPr>
        <p:spPr>
          <a:xfrm flipV="1">
            <a:off x="7951149" y="1476247"/>
            <a:ext cx="1463256" cy="11145"/>
          </a:xfrm>
          <a:prstGeom prst="straightConnector1">
            <a:avLst/>
          </a:prstGeom>
          <a:ln w="3175">
            <a:solidFill>
              <a:schemeClr val="tx1"/>
            </a:solidFill>
            <a:prstDash val="dash"/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8">
            <a:extLst>
              <a:ext uri="{FF2B5EF4-FFF2-40B4-BE49-F238E27FC236}">
                <a16:creationId xmlns:a16="http://schemas.microsoft.com/office/drawing/2014/main" id="{3F679F47-4FA4-40C0-F75B-3EB506CC54FE}"/>
              </a:ext>
            </a:extLst>
          </p:cNvPr>
          <p:cNvCxnSpPr>
            <a:cxnSpLocks/>
            <a:stCxn id="59" idx="3"/>
            <a:endCxn id="24" idx="1"/>
          </p:cNvCxnSpPr>
          <p:nvPr/>
        </p:nvCxnSpPr>
        <p:spPr>
          <a:xfrm flipV="1">
            <a:off x="7951149" y="1476247"/>
            <a:ext cx="1463256" cy="569700"/>
          </a:xfrm>
          <a:prstGeom prst="bentConnector3">
            <a:avLst>
              <a:gd name="adj1" fmla="val 65623"/>
            </a:avLst>
          </a:prstGeom>
          <a:ln w="3175">
            <a:solidFill>
              <a:schemeClr val="tx1"/>
            </a:solidFill>
            <a:prstDash val="dash"/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AC75F858-691D-8B65-17BC-F75DFEBB0429}"/>
              </a:ext>
            </a:extLst>
          </p:cNvPr>
          <p:cNvSpPr txBox="1"/>
          <p:nvPr/>
        </p:nvSpPr>
        <p:spPr>
          <a:xfrm>
            <a:off x="7956857" y="1261878"/>
            <a:ext cx="8777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채널 알림 발송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38159FE-B197-2CB1-DEAC-F8CAE7E5DEE3}"/>
              </a:ext>
            </a:extLst>
          </p:cNvPr>
          <p:cNvSpPr txBox="1"/>
          <p:nvPr/>
        </p:nvSpPr>
        <p:spPr>
          <a:xfrm>
            <a:off x="7952361" y="1827844"/>
            <a:ext cx="9932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문서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리포트 발행</a:t>
            </a:r>
          </a:p>
        </p:txBody>
      </p:sp>
      <p:cxnSp>
        <p:nvCxnSpPr>
          <p:cNvPr id="74" name="직선 화살표 연결선 8">
            <a:extLst>
              <a:ext uri="{FF2B5EF4-FFF2-40B4-BE49-F238E27FC236}">
                <a16:creationId xmlns:a16="http://schemas.microsoft.com/office/drawing/2014/main" id="{974D4AE1-EC4D-4EC0-691A-96A40620DE3E}"/>
              </a:ext>
            </a:extLst>
          </p:cNvPr>
          <p:cNvCxnSpPr>
            <a:cxnSpLocks/>
            <a:endCxn id="58" idx="1"/>
          </p:cNvCxnSpPr>
          <p:nvPr/>
        </p:nvCxnSpPr>
        <p:spPr>
          <a:xfrm rot="5400000" flipH="1" flipV="1">
            <a:off x="5272394" y="2041533"/>
            <a:ext cx="1818727" cy="710447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8">
            <a:extLst>
              <a:ext uri="{FF2B5EF4-FFF2-40B4-BE49-F238E27FC236}">
                <a16:creationId xmlns:a16="http://schemas.microsoft.com/office/drawing/2014/main" id="{4FAAFE40-05F7-9238-9E1B-14DDD98257C3}"/>
              </a:ext>
            </a:extLst>
          </p:cNvPr>
          <p:cNvCxnSpPr>
            <a:cxnSpLocks/>
            <a:endCxn id="59" idx="1"/>
          </p:cNvCxnSpPr>
          <p:nvPr/>
        </p:nvCxnSpPr>
        <p:spPr>
          <a:xfrm flipV="1">
            <a:off x="5109551" y="2045947"/>
            <a:ext cx="1427430" cy="1260172"/>
          </a:xfrm>
          <a:prstGeom prst="bentConnector3">
            <a:avLst>
              <a:gd name="adj1" fmla="val 5000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F7548D17-6262-93C4-EA21-7B9E46067A8B}"/>
              </a:ext>
            </a:extLst>
          </p:cNvPr>
          <p:cNvSpPr txBox="1"/>
          <p:nvPr/>
        </p:nvSpPr>
        <p:spPr>
          <a:xfrm>
            <a:off x="5659271" y="1271707"/>
            <a:ext cx="8777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채팅 알림 요청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C495F53-CA28-7BEF-845F-AC5F3B9BF19F}"/>
              </a:ext>
            </a:extLst>
          </p:cNvPr>
          <p:cNvSpPr txBox="1"/>
          <p:nvPr/>
        </p:nvSpPr>
        <p:spPr>
          <a:xfrm>
            <a:off x="5742903" y="1708629"/>
            <a:ext cx="8777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문서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리포트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발행 요청</a:t>
            </a:r>
          </a:p>
        </p:txBody>
      </p:sp>
      <p:sp>
        <p:nvSpPr>
          <p:cNvPr id="94" name="Rectangle 9">
            <a:extLst>
              <a:ext uri="{FF2B5EF4-FFF2-40B4-BE49-F238E27FC236}">
                <a16:creationId xmlns:a16="http://schemas.microsoft.com/office/drawing/2014/main" id="{809B932C-6BAF-A494-318B-29FF2A1D1CF4}"/>
              </a:ext>
            </a:extLst>
          </p:cNvPr>
          <p:cNvSpPr/>
          <p:nvPr/>
        </p:nvSpPr>
        <p:spPr>
          <a:xfrm>
            <a:off x="6597816" y="4439660"/>
            <a:ext cx="1280593" cy="680651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Business Translator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기술</a:t>
            </a:r>
            <a:r>
              <a:rPr lang="en-US" altLang="ko-KR" dirty="0">
                <a:latin typeface="+mn-ea"/>
              </a:rPr>
              <a:t>-&gt;</a:t>
            </a:r>
            <a:r>
              <a:rPr lang="ko-KR" altLang="en-US" dirty="0">
                <a:latin typeface="+mn-ea"/>
              </a:rPr>
              <a:t>비즈니스 언어 변환 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altLang="ko-KR" dirty="0">
                <a:latin typeface="+mn-ea"/>
              </a:rPr>
              <a:t>(LLM </a:t>
            </a:r>
            <a:r>
              <a:rPr lang="ko-KR" altLang="en-US" dirty="0">
                <a:latin typeface="+mn-ea"/>
              </a:rPr>
              <a:t>기반</a:t>
            </a:r>
            <a:r>
              <a:rPr lang="en-US" altLang="ko-KR" dirty="0">
                <a:latin typeface="+mn-ea"/>
              </a:rPr>
              <a:t>)</a:t>
            </a:r>
            <a:endParaRPr dirty="0">
              <a:latin typeface="+mn-ea"/>
            </a:endParaRPr>
          </a:p>
        </p:txBody>
      </p:sp>
      <p:sp>
        <p:nvSpPr>
          <p:cNvPr id="97" name="Rectangle 9">
            <a:extLst>
              <a:ext uri="{FF2B5EF4-FFF2-40B4-BE49-F238E27FC236}">
                <a16:creationId xmlns:a16="http://schemas.microsoft.com/office/drawing/2014/main" id="{A9D3FCFD-78D4-51B7-9D22-0FBBDBC39B54}"/>
              </a:ext>
            </a:extLst>
          </p:cNvPr>
          <p:cNvSpPr/>
          <p:nvPr/>
        </p:nvSpPr>
        <p:spPr>
          <a:xfrm>
            <a:off x="6597816" y="5297376"/>
            <a:ext cx="1280593" cy="680650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Report Formatter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리포트 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 err="1">
                <a:latin typeface="+mn-ea"/>
              </a:rPr>
              <a:t>포맷팅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커스터마이징</a:t>
            </a:r>
          </a:p>
        </p:txBody>
      </p:sp>
      <p:cxnSp>
        <p:nvCxnSpPr>
          <p:cNvPr id="104" name="직선 화살표 연결선 8">
            <a:extLst>
              <a:ext uri="{FF2B5EF4-FFF2-40B4-BE49-F238E27FC236}">
                <a16:creationId xmlns:a16="http://schemas.microsoft.com/office/drawing/2014/main" id="{BD4B14FA-EC9F-0AA0-AAC4-2C90B9E9E445}"/>
              </a:ext>
            </a:extLst>
          </p:cNvPr>
          <p:cNvCxnSpPr>
            <a:cxnSpLocks/>
            <a:endCxn id="94" idx="1"/>
          </p:cNvCxnSpPr>
          <p:nvPr/>
        </p:nvCxnSpPr>
        <p:spPr>
          <a:xfrm>
            <a:off x="4823460" y="3983798"/>
            <a:ext cx="1774356" cy="796188"/>
          </a:xfrm>
          <a:prstGeom prst="bentConnector3">
            <a:avLst>
              <a:gd name="adj1" fmla="val 184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67517709-EB38-40C6-538D-7568FE28E0F2}"/>
              </a:ext>
            </a:extLst>
          </p:cNvPr>
          <p:cNvSpPr txBox="1"/>
          <p:nvPr/>
        </p:nvSpPr>
        <p:spPr>
          <a:xfrm>
            <a:off x="5222036" y="4320090"/>
            <a:ext cx="9271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기술</a:t>
            </a:r>
            <a:r>
              <a:rPr kumimoji="1" lang="en-US" altLang="ko-KR" sz="800" dirty="0"/>
              <a:t>-&gt;</a:t>
            </a:r>
            <a:r>
              <a:rPr kumimoji="1" lang="ko-KR" altLang="en-US" sz="800" dirty="0"/>
              <a:t>비즈니스 언어 변환 요청 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 결과</a:t>
            </a:r>
          </a:p>
        </p:txBody>
      </p:sp>
      <p:cxnSp>
        <p:nvCxnSpPr>
          <p:cNvPr id="109" name="직선 화살표 연결선 8">
            <a:extLst>
              <a:ext uri="{FF2B5EF4-FFF2-40B4-BE49-F238E27FC236}">
                <a16:creationId xmlns:a16="http://schemas.microsoft.com/office/drawing/2014/main" id="{A32C635C-D483-5F4A-CB57-6FD266C66E39}"/>
              </a:ext>
            </a:extLst>
          </p:cNvPr>
          <p:cNvCxnSpPr>
            <a:cxnSpLocks/>
          </p:cNvCxnSpPr>
          <p:nvPr/>
        </p:nvCxnSpPr>
        <p:spPr>
          <a:xfrm>
            <a:off x="4596867" y="3983798"/>
            <a:ext cx="2000948" cy="1498149"/>
          </a:xfrm>
          <a:prstGeom prst="bentConnector3">
            <a:avLst>
              <a:gd name="adj1" fmla="val 113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8">
            <a:extLst>
              <a:ext uri="{FF2B5EF4-FFF2-40B4-BE49-F238E27FC236}">
                <a16:creationId xmlns:a16="http://schemas.microsoft.com/office/drawing/2014/main" id="{9806C9BF-B579-20A9-707A-0886736866C7}"/>
              </a:ext>
            </a:extLst>
          </p:cNvPr>
          <p:cNvCxnSpPr>
            <a:cxnSpLocks/>
            <a:stCxn id="97" idx="1"/>
            <a:endCxn id="28" idx="2"/>
          </p:cNvCxnSpPr>
          <p:nvPr/>
        </p:nvCxnSpPr>
        <p:spPr>
          <a:xfrm rot="10800000">
            <a:off x="4402468" y="3985567"/>
            <a:ext cx="2195349" cy="1652135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A6027536-7D13-ACA6-C87A-37D8D920DF0B}"/>
              </a:ext>
            </a:extLst>
          </p:cNvPr>
          <p:cNvSpPr txBox="1"/>
          <p:nvPr/>
        </p:nvSpPr>
        <p:spPr>
          <a:xfrm>
            <a:off x="5187141" y="5143393"/>
            <a:ext cx="105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리포트 </a:t>
            </a:r>
            <a:r>
              <a:rPr kumimoji="1" lang="ko-KR" altLang="en-US" sz="800" dirty="0" err="1"/>
              <a:t>포맷팅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커스터마이징 요청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BB68E4D-1692-E31F-1EF0-37A2C9DCA6EC}"/>
              </a:ext>
            </a:extLst>
          </p:cNvPr>
          <p:cNvSpPr txBox="1"/>
          <p:nvPr/>
        </p:nvSpPr>
        <p:spPr>
          <a:xfrm>
            <a:off x="5187141" y="5639472"/>
            <a:ext cx="105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 err="1"/>
              <a:t>포맷팅된</a:t>
            </a:r>
            <a:r>
              <a:rPr kumimoji="1" lang="ko-KR" altLang="en-US" sz="800" dirty="0"/>
              <a:t> 비즈니스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리포트</a:t>
            </a:r>
            <a:endParaRPr kumimoji="1" lang="en-US" altLang="ko-KR" sz="800" dirty="0"/>
          </a:p>
        </p:txBody>
      </p:sp>
      <p:sp>
        <p:nvSpPr>
          <p:cNvPr id="134" name="Rectangle 9">
            <a:extLst>
              <a:ext uri="{FF2B5EF4-FFF2-40B4-BE49-F238E27FC236}">
                <a16:creationId xmlns:a16="http://schemas.microsoft.com/office/drawing/2014/main" id="{39497B86-756F-4084-98BF-C9A26144E29E}"/>
              </a:ext>
            </a:extLst>
          </p:cNvPr>
          <p:cNvSpPr/>
          <p:nvPr/>
        </p:nvSpPr>
        <p:spPr>
          <a:xfrm>
            <a:off x="8175882" y="3264060"/>
            <a:ext cx="1686538" cy="680651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Knowledge Query Facade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구조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규칙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영향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갭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리뷰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문서 자산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통합 읽기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적재</a:t>
            </a:r>
            <a:endParaRPr dirty="0">
              <a:latin typeface="+mn-ea"/>
            </a:endParaRPr>
          </a:p>
        </p:txBody>
      </p:sp>
      <p:sp>
        <p:nvSpPr>
          <p:cNvPr id="135" name="Can 18">
            <a:extLst>
              <a:ext uri="{FF2B5EF4-FFF2-40B4-BE49-F238E27FC236}">
                <a16:creationId xmlns:a16="http://schemas.microsoft.com/office/drawing/2014/main" id="{1C742523-7760-0F57-6BF6-0CB898676C75}"/>
              </a:ext>
            </a:extLst>
          </p:cNvPr>
          <p:cNvSpPr/>
          <p:nvPr/>
        </p:nvSpPr>
        <p:spPr>
          <a:xfrm>
            <a:off x="10484698" y="2626068"/>
            <a:ext cx="1499294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코드 구조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의존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호출 경로</a:t>
            </a:r>
            <a:endParaRPr dirty="0">
              <a:latin typeface="+mn-ea"/>
            </a:endParaRPr>
          </a:p>
        </p:txBody>
      </p:sp>
      <p:sp>
        <p:nvSpPr>
          <p:cNvPr id="136" name="Can 18">
            <a:extLst>
              <a:ext uri="{FF2B5EF4-FFF2-40B4-BE49-F238E27FC236}">
                <a16:creationId xmlns:a16="http://schemas.microsoft.com/office/drawing/2014/main" id="{ECC0BC8C-DFAB-975E-CFDE-CC6C689F0B4D}"/>
              </a:ext>
            </a:extLst>
          </p:cNvPr>
          <p:cNvSpPr/>
          <p:nvPr/>
        </p:nvSpPr>
        <p:spPr>
          <a:xfrm>
            <a:off x="10484698" y="3944711"/>
            <a:ext cx="1499294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문서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리포트 자산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문서 초안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승인 문서</a:t>
            </a:r>
            <a:endParaRPr lang="en-US" altLang="ko-KR"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리포트</a:t>
            </a:r>
            <a:endParaRPr dirty="0">
              <a:latin typeface="+mn-ea"/>
            </a:endParaRPr>
          </a:p>
        </p:txBody>
      </p:sp>
      <p:sp>
        <p:nvSpPr>
          <p:cNvPr id="137" name="Can 18">
            <a:extLst>
              <a:ext uri="{FF2B5EF4-FFF2-40B4-BE49-F238E27FC236}">
                <a16:creationId xmlns:a16="http://schemas.microsoft.com/office/drawing/2014/main" id="{871AB917-5311-A897-3B15-0D20B7ACD2D3}"/>
              </a:ext>
            </a:extLst>
          </p:cNvPr>
          <p:cNvSpPr/>
          <p:nvPr/>
        </p:nvSpPr>
        <p:spPr>
          <a:xfrm>
            <a:off x="10484698" y="5368051"/>
            <a:ext cx="1499294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규칙 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규칙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규칙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코드 링크</a:t>
            </a:r>
            <a:endParaRPr dirty="0">
              <a:latin typeface="+mn-ea"/>
            </a:endParaRPr>
          </a:p>
        </p:txBody>
      </p:sp>
      <p:cxnSp>
        <p:nvCxnSpPr>
          <p:cNvPr id="138" name="직선 화살표 연결선 8">
            <a:extLst>
              <a:ext uri="{FF2B5EF4-FFF2-40B4-BE49-F238E27FC236}">
                <a16:creationId xmlns:a16="http://schemas.microsoft.com/office/drawing/2014/main" id="{5000C08C-A71E-CDED-BE59-015E9ECB8153}"/>
              </a:ext>
            </a:extLst>
          </p:cNvPr>
          <p:cNvCxnSpPr>
            <a:cxnSpLocks/>
          </p:cNvCxnSpPr>
          <p:nvPr/>
        </p:nvCxnSpPr>
        <p:spPr>
          <a:xfrm>
            <a:off x="5109551" y="3466567"/>
            <a:ext cx="3066331" cy="0"/>
          </a:xfrm>
          <a:prstGeom prst="straightConnector1">
            <a:avLst/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65C9F4-8A1A-2FFB-C4AA-385CE93569A4}"/>
              </a:ext>
            </a:extLst>
          </p:cNvPr>
          <p:cNvSpPr txBox="1"/>
          <p:nvPr/>
        </p:nvSpPr>
        <p:spPr>
          <a:xfrm>
            <a:off x="6057717" y="3006995"/>
            <a:ext cx="11257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문서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리포트 패키지 적재 요청 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결합 자산 반환</a:t>
            </a:r>
          </a:p>
        </p:txBody>
      </p:sp>
      <p:cxnSp>
        <p:nvCxnSpPr>
          <p:cNvPr id="142" name="직선 화살표 연결선 8">
            <a:extLst>
              <a:ext uri="{FF2B5EF4-FFF2-40B4-BE49-F238E27FC236}">
                <a16:creationId xmlns:a16="http://schemas.microsoft.com/office/drawing/2014/main" id="{CF6C7E38-2547-F333-7EB9-6B63D97D0968}"/>
              </a:ext>
            </a:extLst>
          </p:cNvPr>
          <p:cNvCxnSpPr>
            <a:cxnSpLocks/>
          </p:cNvCxnSpPr>
          <p:nvPr/>
        </p:nvCxnSpPr>
        <p:spPr>
          <a:xfrm>
            <a:off x="5109551" y="3756127"/>
            <a:ext cx="3066331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D4A51DD-C3B0-DF8B-4676-F7E3269EA914}"/>
              </a:ext>
            </a:extLst>
          </p:cNvPr>
          <p:cNvSpPr txBox="1"/>
          <p:nvPr/>
        </p:nvSpPr>
        <p:spPr>
          <a:xfrm>
            <a:off x="5597341" y="3761357"/>
            <a:ext cx="18904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구조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규칙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영향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갭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리뷰 자산 조회</a:t>
            </a:r>
          </a:p>
        </p:txBody>
      </p:sp>
      <p:cxnSp>
        <p:nvCxnSpPr>
          <p:cNvPr id="145" name="직선 화살표 연결선 8">
            <a:extLst>
              <a:ext uri="{FF2B5EF4-FFF2-40B4-BE49-F238E27FC236}">
                <a16:creationId xmlns:a16="http://schemas.microsoft.com/office/drawing/2014/main" id="{0B4A9E14-4A6E-DADF-68F4-FBC90F663A07}"/>
              </a:ext>
            </a:extLst>
          </p:cNvPr>
          <p:cNvCxnSpPr>
            <a:cxnSpLocks/>
            <a:stCxn id="134" idx="0"/>
            <a:endCxn id="135" idx="2"/>
          </p:cNvCxnSpPr>
          <p:nvPr/>
        </p:nvCxnSpPr>
        <p:spPr>
          <a:xfrm rot="5400000" flipH="1" flipV="1">
            <a:off x="9587399" y="2366762"/>
            <a:ext cx="329050" cy="1465547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8">
            <a:extLst>
              <a:ext uri="{FF2B5EF4-FFF2-40B4-BE49-F238E27FC236}">
                <a16:creationId xmlns:a16="http://schemas.microsoft.com/office/drawing/2014/main" id="{98A73CA2-8B71-A8BD-129F-3F6E4C67507F}"/>
              </a:ext>
            </a:extLst>
          </p:cNvPr>
          <p:cNvCxnSpPr>
            <a:cxnSpLocks/>
            <a:stCxn id="134" idx="2"/>
            <a:endCxn id="136" idx="2"/>
          </p:cNvCxnSpPr>
          <p:nvPr/>
        </p:nvCxnSpPr>
        <p:spPr>
          <a:xfrm rot="16200000" flipH="1">
            <a:off x="9597453" y="3366408"/>
            <a:ext cx="308942" cy="1465547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직선 화살표 연결선 8">
            <a:extLst>
              <a:ext uri="{FF2B5EF4-FFF2-40B4-BE49-F238E27FC236}">
                <a16:creationId xmlns:a16="http://schemas.microsoft.com/office/drawing/2014/main" id="{C14E1CFA-A41E-6124-4EF8-DA2297B1682B}"/>
              </a:ext>
            </a:extLst>
          </p:cNvPr>
          <p:cNvCxnSpPr>
            <a:cxnSpLocks/>
            <a:stCxn id="134" idx="2"/>
            <a:endCxn id="137" idx="2"/>
          </p:cNvCxnSpPr>
          <p:nvPr/>
        </p:nvCxnSpPr>
        <p:spPr>
          <a:xfrm rot="16200000" flipH="1">
            <a:off x="8885783" y="4078078"/>
            <a:ext cx="1732282" cy="1465547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BFE462A1-84BC-1B54-B36E-99F53CE7A2E2}"/>
              </a:ext>
            </a:extLst>
          </p:cNvPr>
          <p:cNvSpPr txBox="1"/>
          <p:nvPr/>
        </p:nvSpPr>
        <p:spPr>
          <a:xfrm>
            <a:off x="9052651" y="2719565"/>
            <a:ext cx="13985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구조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의존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호출 경로 조회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D90E9CB3-5DE8-CAE0-A49B-D711AA798C7B}"/>
              </a:ext>
            </a:extLst>
          </p:cNvPr>
          <p:cNvSpPr txBox="1"/>
          <p:nvPr/>
        </p:nvSpPr>
        <p:spPr>
          <a:xfrm>
            <a:off x="9029238" y="5461548"/>
            <a:ext cx="13985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규칙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규칙</a:t>
            </a:r>
            <a:r>
              <a:rPr kumimoji="1" lang="en-US" altLang="ko-KR" sz="800" dirty="0"/>
              <a:t>-</a:t>
            </a:r>
            <a:r>
              <a:rPr kumimoji="1" lang="ko-KR" altLang="en-US" sz="800" dirty="0"/>
              <a:t>코드 링크 조회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8D965F43-5BDF-AA49-633F-1B1E660A2850}"/>
              </a:ext>
            </a:extLst>
          </p:cNvPr>
          <p:cNvSpPr txBox="1"/>
          <p:nvPr/>
        </p:nvSpPr>
        <p:spPr>
          <a:xfrm>
            <a:off x="9029237" y="4264099"/>
            <a:ext cx="13985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문서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리포트 영구 저장</a:t>
            </a:r>
          </a:p>
        </p:txBody>
      </p:sp>
    </p:spTree>
    <p:extLst>
      <p:ext uri="{BB962C8B-B14F-4D97-AF65-F5344CB8AC3E}">
        <p14:creationId xmlns:p14="http://schemas.microsoft.com/office/powerpoint/2010/main" val="1975789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10729</TotalTime>
  <Words>263</Words>
  <Application>Microsoft Macintosh PowerPoint</Application>
  <PresentationFormat>와이드스크린</PresentationFormat>
  <Paragraphs>70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Pretendard SemiBold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Tmax</dc:creator>
  <cp:lastModifiedBy>배 석현</cp:lastModifiedBy>
  <cp:revision>325</cp:revision>
  <cp:lastPrinted>2026-01-09T08:14:09Z</cp:lastPrinted>
  <dcterms:created xsi:type="dcterms:W3CDTF">2022-09-15T01:21:24Z</dcterms:created>
  <dcterms:modified xsi:type="dcterms:W3CDTF">2026-04-13T08:04:30Z</dcterms:modified>
</cp:coreProperties>
</file>